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B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clokeshkumargoud-ai/KLHB-FED-26-9-12-Monthly-Expenses-and-Budget-analysis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58538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5340" y="1785338"/>
            <a:ext cx="8961015" cy="164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5450" spc="-209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Monthly Budget and Expense analysis</a:t>
            </a:r>
            <a:endParaRPr lang="en-US" sz="5450" dirty="0"/>
          </a:p>
        </p:txBody>
      </p:sp>
      <p:sp>
        <p:nvSpPr>
          <p:cNvPr id="4" name="Text 2"/>
          <p:cNvSpPr/>
          <p:nvPr/>
        </p:nvSpPr>
        <p:spPr>
          <a:xfrm>
            <a:off x="1615340" y="3724801"/>
            <a:ext cx="8961015" cy="329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400" spc="-118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Lokesh kumar goud  - 2620030048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15340" y="4161929"/>
            <a:ext cx="8961015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400" spc="-118" kern="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Manideep - 2620030089</a:t>
            </a:r>
            <a:endParaRPr lang="en-US" sz="2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400" spc="-118" kern="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Rakshith - 2620030023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15340" y="5352286"/>
            <a:ext cx="8961015" cy="329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400" spc="-118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group-11         Instrurtor-Rakesh sir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15340" y="5809387"/>
            <a:ext cx="8961015" cy="329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400" spc="-118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Course- PSPJ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29557" y="6424712"/>
            <a:ext cx="14358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16-10-2026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00128" y="6424712"/>
            <a:ext cx="6715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15" y="-164505"/>
            <a:ext cx="1215201" cy="11223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9557" y="684863"/>
            <a:ext cx="10366810" cy="6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4000" spc="-153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Abstract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29557" y="1893173"/>
            <a:ext cx="10332581" cy="1151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Analyzer records monthly income and expenses, organizes spending data, compares actual spending with a budget, and helps users understand their financial habits.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38179" y="4318000"/>
            <a:ext cx="2476438" cy="1905000"/>
          </a:xfrm>
          <a:prstGeom prst="roundRect">
            <a:avLst>
              <a:gd name="adj" fmla="val 112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6885" y="4486870"/>
            <a:ext cx="295902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Income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01677" y="5134570"/>
            <a:ext cx="2349441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$—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6885" y="5844480"/>
            <a:ext cx="295902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placeholder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17812" y="4318000"/>
            <a:ext cx="2476438" cy="1905000"/>
          </a:xfrm>
          <a:prstGeom prst="roundRect">
            <a:avLst>
              <a:gd name="adj" fmla="val 112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76518" y="4486870"/>
            <a:ext cx="295902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Expenses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81310" y="5134570"/>
            <a:ext cx="2349441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$—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276518" y="5844480"/>
            <a:ext cx="295902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placeholder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97445" y="4318000"/>
            <a:ext cx="2476438" cy="1905000"/>
          </a:xfrm>
          <a:prstGeom prst="roundRect">
            <a:avLst>
              <a:gd name="adj" fmla="val 112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56151" y="4486870"/>
            <a:ext cx="295902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Remaining Budget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60943" y="5134570"/>
            <a:ext cx="2349441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$—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5956151" y="5844480"/>
            <a:ext cx="295902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placeholder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877078" y="4318000"/>
            <a:ext cx="2476438" cy="1905000"/>
          </a:xfrm>
          <a:prstGeom prst="roundRect">
            <a:avLst>
              <a:gd name="adj" fmla="val 112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35784" y="4486870"/>
            <a:ext cx="295902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Savings Rate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940576" y="5134570"/>
            <a:ext cx="2349441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—%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8635784" y="5844480"/>
            <a:ext cx="295902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placeholder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29557" y="6424712"/>
            <a:ext cx="14358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16-10-2026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169172" y="6424712"/>
            <a:ext cx="7025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15" y="-164505"/>
            <a:ext cx="1215201" cy="11223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9557" y="684863"/>
            <a:ext cx="10366810" cy="6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4000" spc="-153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29557" y="1886506"/>
            <a:ext cx="10332581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expense tracking is fragmented and difficult to summarize.</a:t>
            </a:r>
            <a:endParaRPr lang="en-US" sz="2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0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makes overspending harder to detect.</a:t>
            </a:r>
            <a:endParaRPr lang="en-US" sz="2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0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Analyzer centralizes entries and produces useful monthly analysis for clearer decisions.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38179" y="4762500"/>
            <a:ext cx="1650959" cy="1016000"/>
          </a:xfrm>
          <a:prstGeom prst="roundRect">
            <a:avLst>
              <a:gd name="adj" fmla="val 21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1677" y="5165455"/>
            <a:ext cx="152396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Expenses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266893" y="5060950"/>
            <a:ext cx="97787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028874" y="4762500"/>
            <a:ext cx="1650959" cy="1016000"/>
          </a:xfrm>
          <a:prstGeom prst="roundRect">
            <a:avLst>
              <a:gd name="adj" fmla="val 21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92373" y="5165455"/>
            <a:ext cx="152396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Input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457588" y="5060950"/>
            <a:ext cx="97787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219569" y="4762500"/>
            <a:ext cx="1650959" cy="1016000"/>
          </a:xfrm>
          <a:prstGeom prst="roundRect">
            <a:avLst>
              <a:gd name="adj" fmla="val 21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83068" y="5165455"/>
            <a:ext cx="152396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Records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48284" y="5060950"/>
            <a:ext cx="97787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410265" y="4762500"/>
            <a:ext cx="1650959" cy="1016000"/>
          </a:xfrm>
          <a:prstGeom prst="roundRect">
            <a:avLst>
              <a:gd name="adj" fmla="val 21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73763" y="5165455"/>
            <a:ext cx="152396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Spending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838979" y="5060950"/>
            <a:ext cx="97787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600960" y="4762500"/>
            <a:ext cx="1650959" cy="1016000"/>
          </a:xfrm>
          <a:prstGeom prst="roundRect">
            <a:avLst>
              <a:gd name="adj" fmla="val 21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64458" y="5165455"/>
            <a:ext cx="152396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Report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29557" y="6424712"/>
            <a:ext cx="14358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16-10-2026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167982" y="6424712"/>
            <a:ext cx="7037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15" y="-164505"/>
            <a:ext cx="1215201" cy="11223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9557" y="684863"/>
            <a:ext cx="10366810" cy="6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4000" spc="-153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CO1 — Problem Solving &amp; Algorithms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29557" y="1893173"/>
            <a:ext cx="10332581" cy="191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accepts expense entries and validates choices.</a:t>
            </a:r>
            <a:endParaRPr lang="en-US" sz="2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Selection and algorithms calculate totals and filter by month or category.</a:t>
            </a:r>
            <a:endParaRPr lang="en-US" sz="2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Iteration repeats menu actions; methods keep repeated logic organized.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29557" y="6424712"/>
            <a:ext cx="14358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16-10-2026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63616" y="6424712"/>
            <a:ext cx="7081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15" y="-164505"/>
            <a:ext cx="1215201" cy="11223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9557" y="684863"/>
            <a:ext cx="10366810" cy="6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4000" spc="-153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CO2 — Data Types, Control Flow &amp; Collections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29557" y="1893173"/>
            <a:ext cx="10332581" cy="2303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and data types represent amounts, dates, categories, limits, and totals.</a:t>
            </a:r>
            <a:endParaRPr lang="en-US" sz="2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Operators calculate results; conditionals compare spending with the budget.</a:t>
            </a:r>
            <a:endParaRPr lang="en-US" sz="2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Loops and arrays or collections support repeated records and monthly review.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29557" y="6424712"/>
            <a:ext cx="14358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16-10-2026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71653" y="6424712"/>
            <a:ext cx="7000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15" y="-164505"/>
            <a:ext cx="1215201" cy="11223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9557" y="684863"/>
            <a:ext cx="10366810" cy="6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4000" spc="-153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CO3 — OOP Basics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29557" y="1886506"/>
            <a:ext cx="10332581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Classes such as Expense, Budget, Category, and Report model the domain.</a:t>
            </a:r>
            <a:endParaRPr lang="en-US" sz="2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0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Constructors initialize objects; private fields and access control protect data.</a:t>
            </a:r>
            <a:endParaRPr lang="en-US" sz="2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0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Encapsulation, overloading, and modular methods keep the project maintainable.</a:t>
            </a:r>
            <a:endParaRPr lang="en-US" sz="2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0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co4-oop-basics-3emjbb97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38179" y="4318000"/>
            <a:ext cx="10515337" cy="2032000"/>
          </a:xfrm>
          <a:prstGeom prst="roundRect">
            <a:avLst>
              <a:gd name="adj" fmla="val 1050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2971" y="4470400"/>
            <a:ext cx="2920927" cy="711200"/>
          </a:xfrm>
          <a:prstGeom prst="roundRect">
            <a:avLst>
              <a:gd name="adj" fmla="val 25714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06470" y="4720955"/>
            <a:ext cx="279393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Layer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41654" y="4635500"/>
            <a:ext cx="10159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635384" y="4470400"/>
            <a:ext cx="2920927" cy="711200"/>
          </a:xfrm>
          <a:prstGeom prst="roundRect">
            <a:avLst>
              <a:gd name="adj" fmla="val 25714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98882" y="4720955"/>
            <a:ext cx="279393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Layer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34067" y="4635500"/>
            <a:ext cx="10159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127797" y="4470400"/>
            <a:ext cx="2920927" cy="711200"/>
          </a:xfrm>
          <a:prstGeom prst="roundRect">
            <a:avLst>
              <a:gd name="adj" fmla="val 25714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91295" y="4720955"/>
            <a:ext cx="279393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Model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142971" y="5486400"/>
            <a:ext cx="2920927" cy="711200"/>
          </a:xfrm>
          <a:prstGeom prst="roundRect">
            <a:avLst>
              <a:gd name="adj" fmla="val 25714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06470" y="5736955"/>
            <a:ext cx="279393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 Layer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841654" y="5651500"/>
            <a:ext cx="10159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635384" y="5486400"/>
            <a:ext cx="2920927" cy="711200"/>
          </a:xfrm>
          <a:prstGeom prst="roundRect">
            <a:avLst>
              <a:gd name="adj" fmla="val 25714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98882" y="5736955"/>
            <a:ext cx="279393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Engine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34067" y="5651500"/>
            <a:ext cx="10159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8127797" y="5486400"/>
            <a:ext cx="2920927" cy="711200"/>
          </a:xfrm>
          <a:prstGeom prst="roundRect">
            <a:avLst>
              <a:gd name="adj" fmla="val 25714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91295" y="5736955"/>
            <a:ext cx="279393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Layer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29557" y="6424712"/>
            <a:ext cx="14358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16-10-2026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167585" y="6424712"/>
            <a:ext cx="7041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15" y="-164505"/>
            <a:ext cx="1215201" cy="11223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9557" y="684863"/>
            <a:ext cx="10366810" cy="6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4000" spc="-153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CO4 — Inheritance &amp; Polymorphism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29557" y="1893173"/>
            <a:ext cx="10332581" cy="2687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common transaction or report model supports reuse and hierarchy.</a:t>
            </a:r>
            <a:endParaRPr lang="en-US" sz="2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Abstract classes provide shared bases; interfaces define contracts and multiple capabilities.</a:t>
            </a:r>
            <a:endParaRPr lang="en-US" sz="2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Overriding lets specialized expense types or report formats calculate differently.</a:t>
            </a:r>
            <a:endParaRPr lang="en-US" sz="2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co-5-classes-and-inheritance-pme76fev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29557" y="6424712"/>
            <a:ext cx="14358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16-10-2026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75820" y="6424712"/>
            <a:ext cx="6959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15" y="-164505"/>
            <a:ext cx="1215201" cy="11223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9557" y="684863"/>
            <a:ext cx="10366810" cy="6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4000" spc="-153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CO5 — Strings &amp; Regex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29557" y="1893173"/>
            <a:ext cx="10332581" cy="191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 stores category labels and text fields; substring and indexOf support parsing and search.</a:t>
            </a:r>
            <a:endParaRPr lang="en-US" sz="2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StringBuilder efficiently assembles repeated CSV or text output.</a:t>
            </a:r>
            <a:endParaRPr lang="en-US" sz="2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 and Matcher validate dates, categories, and input formats.</a:t>
            </a:r>
            <a:endParaRPr lang="en-US" sz="2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co5-strings-wp7r5s7c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29557" y="6424712"/>
            <a:ext cx="14358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16-10-2026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67783" y="6424712"/>
            <a:ext cx="7039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15" y="-164505"/>
            <a:ext cx="1215201" cy="11223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9557" y="684863"/>
            <a:ext cx="10366810" cy="6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4000" spc="-153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CO6 — Exceptions, File I/O &amp; Collections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29557" y="1886506"/>
            <a:ext cx="10332581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try/catch protects invalid entries and missing files; finally supports cleanup.</a:t>
            </a:r>
            <a:endParaRPr lang="en-US" sz="2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0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FileReader/FileWriter or CSV handling persists expense data.</a:t>
            </a:r>
            <a:endParaRPr lang="en-US" sz="2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0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Generics, List, Set, Map, and Queue manage records safely; wrappers convert text to numbers.</a:t>
            </a:r>
            <a:endParaRPr lang="en-US" sz="2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0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exception-handling-fileio-collections-zd9b54xx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38179" y="4318000"/>
            <a:ext cx="10515337" cy="2032000"/>
          </a:xfrm>
          <a:prstGeom prst="roundRect">
            <a:avLst>
              <a:gd name="adj" fmla="val 1050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5328" y="4394200"/>
            <a:ext cx="104010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example data — not real project metrics. Light bar = Budget, cyan bar = Actual.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619209" y="4940300"/>
            <a:ext cx="507987" cy="838200"/>
          </a:xfrm>
          <a:prstGeom prst="roundRect">
            <a:avLst>
              <a:gd name="adj" fmla="val 12000"/>
            </a:avLst>
          </a:prstGeom>
          <a:solidFill>
            <a:srgbClr val="FFFFFF">
              <a:alpha val="3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177996" y="4762500"/>
            <a:ext cx="507987" cy="1016000"/>
          </a:xfrm>
          <a:prstGeom prst="roundRect">
            <a:avLst>
              <a:gd name="adj" fmla="val 12000"/>
            </a:avLst>
          </a:prstGeom>
          <a:solidFill>
            <a:srgbClr val="5EC8F2"/>
          </a:solidFill>
          <a:ln/>
        </p:spPr>
      </p:sp>
      <p:sp>
        <p:nvSpPr>
          <p:cNvPr id="9" name="Shape 6"/>
          <p:cNvSpPr/>
          <p:nvPr/>
        </p:nvSpPr>
        <p:spPr>
          <a:xfrm>
            <a:off x="4248044" y="5118100"/>
            <a:ext cx="507987" cy="660400"/>
          </a:xfrm>
          <a:prstGeom prst="roundRect">
            <a:avLst>
              <a:gd name="adj" fmla="val 12000"/>
            </a:avLst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806830" y="5245100"/>
            <a:ext cx="507987" cy="533400"/>
          </a:xfrm>
          <a:prstGeom prst="roundRect">
            <a:avLst>
              <a:gd name="adj" fmla="val 12000"/>
            </a:avLst>
          </a:prstGeom>
          <a:solidFill>
            <a:srgbClr val="5EC8F2"/>
          </a:solidFill>
          <a:ln/>
        </p:spPr>
      </p:sp>
      <p:sp>
        <p:nvSpPr>
          <p:cNvPr id="11" name="Shape 8"/>
          <p:cNvSpPr/>
          <p:nvPr/>
        </p:nvSpPr>
        <p:spPr>
          <a:xfrm>
            <a:off x="6876878" y="5181600"/>
            <a:ext cx="507987" cy="596900"/>
          </a:xfrm>
          <a:prstGeom prst="roundRect">
            <a:avLst>
              <a:gd name="adj" fmla="val 12000"/>
            </a:avLst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435664" y="5092700"/>
            <a:ext cx="507987" cy="685800"/>
          </a:xfrm>
          <a:prstGeom prst="roundRect">
            <a:avLst>
              <a:gd name="adj" fmla="val 12000"/>
            </a:avLst>
          </a:prstGeom>
          <a:solidFill>
            <a:srgbClr val="5EC8F2"/>
          </a:solidFill>
          <a:ln/>
        </p:spPr>
      </p:sp>
      <p:sp>
        <p:nvSpPr>
          <p:cNvPr id="13" name="Shape 10"/>
          <p:cNvSpPr/>
          <p:nvPr/>
        </p:nvSpPr>
        <p:spPr>
          <a:xfrm>
            <a:off x="9505712" y="5422900"/>
            <a:ext cx="507987" cy="355600"/>
          </a:xfrm>
          <a:prstGeom prst="roundRect">
            <a:avLst>
              <a:gd name="adj" fmla="val 17142"/>
            </a:avLst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064498" y="5524500"/>
            <a:ext cx="507987" cy="254000"/>
          </a:xfrm>
          <a:prstGeom prst="roundRect">
            <a:avLst>
              <a:gd name="adj" fmla="val 23999"/>
            </a:avLst>
          </a:prstGeom>
          <a:solidFill>
            <a:srgbClr val="5EC8F2"/>
          </a:solidFill>
          <a:ln/>
        </p:spPr>
      </p:sp>
      <p:sp>
        <p:nvSpPr>
          <p:cNvPr id="15" name="Text 12"/>
          <p:cNvSpPr/>
          <p:nvPr/>
        </p:nvSpPr>
        <p:spPr>
          <a:xfrm>
            <a:off x="888978" y="5842000"/>
            <a:ext cx="252723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17812" y="5842000"/>
            <a:ext cx="252723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46646" y="5842000"/>
            <a:ext cx="252723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Utilities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75480" y="5842000"/>
            <a:ext cx="252723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29557" y="6424712"/>
            <a:ext cx="14358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16-10-2026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167585" y="6424712"/>
            <a:ext cx="7041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15" y="-164505"/>
            <a:ext cx="1215201" cy="11223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9557" y="684863"/>
            <a:ext cx="10366810" cy="6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4000" spc="-153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29557" y="1893173"/>
            <a:ext cx="10332581" cy="2303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Analyzer combines core Java concepts into a practical financial analysis tool.</a:t>
            </a:r>
            <a:endParaRPr lang="en-US" sz="2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Modularity keeps responsibilities focused; safer input handling protects entries.</a:t>
            </a:r>
            <a:endParaRPr lang="en-US" sz="2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Reusable data structures organize records and support meaningful monthly summaries.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29557" y="6424712"/>
            <a:ext cx="14358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16-10-2026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03987" y="6424712"/>
            <a:ext cx="7677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57" y="590407"/>
            <a:ext cx="10366810" cy="6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4000" spc="-153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Screenshots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29557" y="1645841"/>
            <a:ext cx="109421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mockup placeholders for the Budget Analyzer interface, not captured screenshots.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8179" y="2413000"/>
            <a:ext cx="2285943" cy="2160191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975" y="2592485"/>
            <a:ext cx="1930352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Expense Entry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15975" y="3480991"/>
            <a:ext cx="19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[Sample mockup placeholder]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form for monthly expense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49521" y="4089400"/>
            <a:ext cx="533387" cy="25400"/>
          </a:xfrm>
          <a:prstGeom prst="roundRect">
            <a:avLst>
              <a:gd name="adj" fmla="val 49999"/>
            </a:avLst>
          </a:prstGeom>
          <a:solidFill>
            <a:srgbClr val="FFFFFF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682908" y="2413000"/>
            <a:ext cx="2285943" cy="2160191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60703" y="2592485"/>
            <a:ext cx="1930352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Summary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60703" y="3480991"/>
            <a:ext cx="19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[Sample mockup placeholder]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Totals and spending overview by month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94250" y="4089400"/>
            <a:ext cx="533387" cy="25400"/>
          </a:xfrm>
          <a:prstGeom prst="roundRect">
            <a:avLst>
              <a:gd name="adj" fmla="val 49999"/>
            </a:avLst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27637" y="2413000"/>
            <a:ext cx="2285943" cy="2525911"/>
          </a:xfrm>
          <a:prstGeom prst="roundRect">
            <a:avLst>
              <a:gd name="adj" fmla="val 9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5432" y="2592485"/>
            <a:ext cx="1930352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Category-wise Analysis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05432" y="3846711"/>
            <a:ext cx="19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[Sample mockup placeholder]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Spending breakdown by category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38979" y="4089400"/>
            <a:ext cx="533387" cy="25400"/>
          </a:xfrm>
          <a:prstGeom prst="roundRect">
            <a:avLst>
              <a:gd name="adj" fmla="val 49999"/>
            </a:avLst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372366" y="2413000"/>
            <a:ext cx="2285943" cy="2160191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50161" y="2592485"/>
            <a:ext cx="1930352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Comparison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550161" y="3480991"/>
            <a:ext cx="19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[Sample mockup placeholder]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 budget versus actual spending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9557" y="6424712"/>
            <a:ext cx="14358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16-10-2026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38117" y="6424712"/>
            <a:ext cx="7336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57" y="768207"/>
            <a:ext cx="10366810" cy="6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4000" spc="-153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 and Project Access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38179" y="2413000"/>
            <a:ext cx="10515337" cy="1797248"/>
          </a:xfrm>
          <a:prstGeom prst="roundRect">
            <a:avLst>
              <a:gd name="adj" fmla="val 11447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22" y="2686050"/>
            <a:ext cx="1057883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1222" y="3349942"/>
            <a:ext cx="9969251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00" b="1" u="sng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https://github.com/clokeshkumargoud-ai/KLHB-FED-26-9-12-Monthly-Expenses-and-Budget-analysis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29557" y="4873326"/>
            <a:ext cx="10332581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spc="-13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the source code and see how the Budget Analyzer is built.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29557" y="6424712"/>
            <a:ext cx="14358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16-10-2026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07162" y="6424712"/>
            <a:ext cx="7645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2026-10-16T03:03:16Z</dcterms:created>
  <dcterms:modified xsi:type="dcterms:W3CDTF">2026-10-16T03:03:16Z</dcterms:modified>
</cp:coreProperties>
</file>